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2"/>
    <p:sldMasterId id="2147483723" r:id="rId3"/>
  </p:sldMasterIdLst>
  <p:notesMasterIdLst>
    <p:notesMasterId r:id="rId7"/>
  </p:notesMasterIdLst>
  <p:sldIdLst/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0394468-F6BA-4BD1-8157-30CEE95BFAE9}">
          <p14:sldIdLst>
            <p14:sldId id="7981"/>
            <p14:sldId id="7756"/>
          </p14:sldIdLst>
        </p14:section>
        <p14:section name="백업" id="{11DEA967-B162-4BE0-98A2-0ED30DF9E4F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만든 이 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BFF"/>
    <a:srgbClr val="942092"/>
    <a:srgbClr val="FF9300"/>
    <a:srgbClr val="0075FF"/>
    <a:srgbClr val="FFEC03"/>
    <a:srgbClr val="00FFFF"/>
    <a:srgbClr val="55FF6D"/>
    <a:srgbClr val="030A12"/>
    <a:srgbClr val="08192A"/>
    <a:srgbClr val="50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3410" autoAdjust="0"/>
    <p:restoredTop sz="87089" autoAdjust="0"/>
  </p:normalViewPr>
  <p:slideViewPr>
    <p:cSldViewPr snapToGrid="0">
      <p:cViewPr>
        <p:scale>
          <a:sx n="150" d="100"/>
          <a:sy n="150" d="100"/>
        </p:scale>
        <p:origin x="828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E1A51-3561-374A-9271-EE8E17FF64AD}" type="datetimeFigureOut">
              <a:rPr kumimoji="1" lang="ko-KR" altLang="en-US" smtClean="0"/>
              <a:t>2026-10-11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F79B9-4503-B647-AC4E-7851130A8F9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83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13670FE-BE9E-4F80-C858-3BE56136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B3031-80F1-354A-A44E-7E960C9C23F0}" type="datetimeFigureOut">
              <a:rPr kumimoji="1" lang="ko-Kore-KR" altLang="en-US" smtClean="0"/>
              <a:t>10/11/2026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931E4B-18C0-1FF7-DE21-9B8AA3E9A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4290C4-AD4C-158D-AEB9-F3FFC21BE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753D5-B1BD-8C49-BFDD-2E18715BEE9D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384362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그림 7" descr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3588" cy="6857143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제목 텍스트"/>
          <p:cNvSpPr txBox="1">
            <a:spLocks noGrp="1"/>
          </p:cNvSpPr>
          <p:nvPr>
            <p:ph type="title"/>
          </p:nvPr>
        </p:nvSpPr>
        <p:spPr>
          <a:xfrm>
            <a:off x="838309" y="365125"/>
            <a:ext cx="10516970" cy="1325600"/>
          </a:xfrm>
          <a:prstGeom prst="rect">
            <a:avLst/>
          </a:prstGeom>
        </p:spPr>
        <p:txBody>
          <a:bodyPr lIns="34275" tIns="34275" rIns="34275" bIns="34275"/>
          <a:lstStyle>
            <a:lvl1pPr>
              <a:defRPr b="0" i="0">
                <a:latin typeface="Roboto Light" panose="02000000000000000000" pitchFamily="2" charset="0"/>
                <a:ea typeface="Pretendard" panose="02000503000000020004" pitchFamily="2" charset="-127"/>
                <a:cs typeface="Pretendard" panose="02000503000000020004" pitchFamily="2" charset="-127"/>
                <a:sym typeface="나눔고딕"/>
              </a:defRPr>
            </a:lvl1pPr>
          </a:lstStyle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9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089285" y="6415777"/>
            <a:ext cx="265995" cy="246351"/>
          </a:xfrm>
          <a:prstGeom prst="rect">
            <a:avLst/>
          </a:prstGeom>
        </p:spPr>
        <p:txBody>
          <a:bodyPr lIns="34275" tIns="34275" rIns="34275" bIns="34275">
            <a:normAutofit/>
          </a:bodyPr>
          <a:lstStyle>
            <a:lvl1pPr>
              <a:defRPr b="0" i="0">
                <a:solidFill>
                  <a:srgbClr val="888888"/>
                </a:solidFill>
                <a:latin typeface="Roboto Light" panose="02000000000000000000" pitchFamily="2" charset="0"/>
                <a:ea typeface="Pretendard" panose="02000503000000020004" pitchFamily="2" charset="-127"/>
                <a:cs typeface="Pretendard" panose="02000503000000020004" pitchFamily="2" charset="-127"/>
                <a:sym typeface="나눔고딕"/>
              </a:defRPr>
            </a:lvl1pPr>
          </a:lstStyle>
          <a:p>
            <a:fld id="{86CB4B4D-7CA3-9044-876B-883B54F8677D}" type="slidenum">
              <a:rPr lang="en-US" altLang="ko-KR" smtClean="0">
                <a:ea typeface="Roboto Light" panose="02000000000000000000" pitchFamily="2" charset="0"/>
              </a:rPr>
              <a:pPr/>
              <a:t>‹#›</a:t>
            </a:fld>
            <a:endParaRPr lang="en-US" altLang="ko-KR" dirty="0">
              <a:ea typeface="Roboto Ligh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857883"/>
      </p:ext>
    </p:extLst>
  </p:cSld>
  <p:clrMapOvr>
    <a:masterClrMapping/>
  </p:clrMapOvr>
  <p:transition spd="med"/>
</p:sldLayout>
</file>

<file path=ppt/slideMasters/_rels/slideMaster2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19.xml"/><Relationship Id="rId8" Type="http://schemas.openxmlformats.org/officeDocument/2006/relationships/theme" Target="../theme/theme2.xml"/><Relationship Id="rId9" Type="http://schemas.openxmlformats.org/officeDocument/2006/relationships/image" Target="../media/image1.jpeg"/></Relationships>
</file>

<file path=ppt/slideMasters/_rels/slideMaster3.xml.rels><?xml version='1.0' encoding='UTF-8' standalone='yes'?>
<Relationships xmlns="http://schemas.openxmlformats.org/package/2006/relationships"><Relationship Id="rId12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14" Type="http://schemas.openxmlformats.org/officeDocument/2006/relationships/image" Target="../media/image1.jpeg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309" y="365126"/>
            <a:ext cx="105169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309" y="1825625"/>
            <a:ext cx="1051697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9126" y="6356351"/>
            <a:ext cx="41153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1722" y="6356351"/>
            <a:ext cx="274355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그림 1" descr="우주, 어둠, 천체, 대기권 밖이(가) 표시된 사진&#10;&#10;자동 생성된 설명">
            <a:extLst>
              <a:ext uri="{FF2B5EF4-FFF2-40B4-BE49-F238E27FC236}">
                <a16:creationId xmlns:a16="http://schemas.microsoft.com/office/drawing/2014/main" id="{06FF6837-5256-1323-3C6C-AC59F7845BB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429"/>
            <a:ext cx="12193588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6425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9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D32C2C3-B950-C2DC-A9B5-22478891C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309" y="365126"/>
            <a:ext cx="105169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B55810-DFAE-39E9-9943-32095D443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309" y="1825625"/>
            <a:ext cx="1051697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D7B93C-92CB-8CBB-F31F-E64B28034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309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Roboto Light" panose="02000000000000000000" pitchFamily="2" charset="0"/>
              </a:defRPr>
            </a:lvl1pPr>
          </a:lstStyle>
          <a:p>
            <a:fld id="{ED15DC15-0B9E-3345-B78B-165B81A9ACCC}" type="datetimeFigureOut">
              <a:rPr kumimoji="1" lang="ko-KR" altLang="en-US" smtClean="0"/>
              <a:pPr/>
              <a:t>2026-10-11</a:t>
            </a:fld>
            <a:endParaRPr kumimoji="1"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E7C73B-F801-C160-5300-48D5BFEA3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9126" y="6356351"/>
            <a:ext cx="4115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Roboto Light" panose="02000000000000000000" pitchFamily="2" charset="0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41BA7-27F1-63C5-74D1-83E356D812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1722" y="6356351"/>
            <a:ext cx="27435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Roboto Light" panose="02000000000000000000" pitchFamily="2" charset="0"/>
              </a:defRPr>
            </a:lvl1pPr>
          </a:lstStyle>
          <a:p>
            <a:fld id="{429052E3-692A-2344-832F-FDEFBF9558D1}" type="slidenum">
              <a:rPr kumimoji="1" lang="ko-KR" altLang="en-US" smtClean="0"/>
              <a:pPr/>
              <a:t>‹#›</a:t>
            </a:fld>
            <a:endParaRPr kumimoji="1" lang="ko-KR" altLang="en-US" dirty="0"/>
          </a:p>
        </p:txBody>
      </p:sp>
      <p:pic>
        <p:nvPicPr>
          <p:cNvPr id="7" name="그림 7" descr="그림 7">
            <a:extLst>
              <a:ext uri="{FF2B5EF4-FFF2-40B4-BE49-F238E27FC236}">
                <a16:creationId xmlns:a16="http://schemas.microsoft.com/office/drawing/2014/main" id="{80D54779-0A49-B29A-3593-1B4B3949185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1"/>
            <a:ext cx="12193588" cy="6857143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703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 Light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 Light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 Light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 Light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 Light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 Light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5_20050225_jhryu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_20050225_jhryu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6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굴림" pitchFamily="50" charset="-127"/>
          </a:defRPr>
        </a:defPPr>
      </a:lstStyle>
    </a:lnDef>
    <a:txDef>
      <a:spPr>
        <a:solidFill>
          <a:srgbClr val="FFFFDC"/>
        </a:solidFill>
        <a:ln w="12700">
          <a:solidFill>
            <a:schemeClr val="tx1"/>
          </a:solidFill>
        </a:ln>
      </a:spPr>
      <a:bodyPr wrap="none" rtlCol="0">
        <a:spAutoFit/>
      </a:bodyPr>
      <a:lstStyle>
        <a:defPPr>
          <a:defRPr sz="1000" dirty="0" smtClean="0">
            <a:latin typeface="Courier New" panose="02070309020205020404" pitchFamily="49" charset="0"/>
            <a:cs typeface="Courier New" panose="02070309020205020404" pitchFamily="49" charset="0"/>
          </a:defRPr>
        </a:defPPr>
      </a:lstStyle>
    </a:txDef>
  </a:objectDefaults>
  <a:extraClrSchemeLst>
    <a:extraClrScheme>
      <a:clrScheme name="20050225_jhryu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0225_jhryu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0225_jhryu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0225_jhryu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0225_jhryu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0050225_jhryu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0225_jhryu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0225_jhryu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0225_jhryu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0225_jhryu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0225_jhryu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0050225_jhryu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82826"/>
        </a:solidFill>
        <a:ln w="25400">
          <a:solidFill>
            <a:srgbClr val="74FFE5"/>
          </a:solidFill>
        </a:ln>
      </a:spPr>
      <a:bodyPr wrap="none" lIns="0" tIns="46800" rIns="0" bIns="0" rtlCol="0" anchor="ctr"/>
      <a:lstStyle>
        <a:defPPr algn="ctr">
          <a:defRPr sz="2800" b="1" dirty="0" smtClean="0">
            <a:solidFill>
              <a:srgbClr val="6CEED9"/>
            </a:solidFill>
            <a:latin typeface="Pretendard ExtraBold" panose="02000503000000020004" pitchFamily="2" charset="-127"/>
            <a:ea typeface="Pretendard ExtraBold" panose="02000503000000020004" pitchFamily="2" charset="-127"/>
            <a:cs typeface="Pretendard ExtraBold" panose="02000503000000020004" pitchFamily="2" charset="-127"/>
            <a:sym typeface="Pretendard ExtraLight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4566</TotalTime>
  <Words>106</Words>
  <Application>Microsoft Office PowerPoint</Application>
  <PresentationFormat>사용자 지정</PresentationFormat>
  <Paragraphs>16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2</vt:i4>
      </vt:variant>
    </vt:vector>
  </HeadingPairs>
  <TitlesOfParts>
    <vt:vector size="16" baseType="lpstr">
      <vt:lpstr>HY헤드라인M</vt:lpstr>
      <vt:lpstr>굴림체</vt:lpstr>
      <vt:lpstr>Malgun Gothic</vt:lpstr>
      <vt:lpstr>Malgun Gothic</vt:lpstr>
      <vt:lpstr>Arial</vt:lpstr>
      <vt:lpstr>Arial Black</vt:lpstr>
      <vt:lpstr>Noto Sans</vt:lpstr>
      <vt:lpstr>Roboto Light</vt:lpstr>
      <vt:lpstr>Verdana</vt:lpstr>
      <vt:lpstr>Wingdings</vt:lpstr>
      <vt:lpstr>5_20050225_jhryu</vt:lpstr>
      <vt:lpstr>1_Office 테마</vt:lpstr>
      <vt:lpstr>2_Office 테마</vt:lpstr>
      <vt:lpstr>6_20050225_jhryu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Collision Avoidance User Guide</dc:title>
  <dc:creator/>
  <cp:lastModifiedBy>Douglas Deok-Soo Kim</cp:lastModifiedBy>
  <cp:revision>95</cp:revision>
  <dcterms:created xsi:type="dcterms:W3CDTF">2025-05-17T12:24:59Z</dcterms:created>
  <dcterms:modified xsi:type="dcterms:W3CDTF">2026-10-11T07:28:40Z</dcterms:modified>
</cp:coreProperties>
</file>